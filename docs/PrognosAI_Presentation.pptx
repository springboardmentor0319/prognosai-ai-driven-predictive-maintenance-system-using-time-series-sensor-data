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8043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0" y="365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B4D8"/>
                </a:solidFill>
              </a:rPr>
              <a:t>✈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PrognosAI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Turbofan Engines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36576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XGBoost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PostgreSQL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5295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· Docker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Springboard Internship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Engines Fail Without Warning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Unplanned downtime is expensive, dangerous, and avoidable.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2743200" cy="338328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80160"/>
            <a:ext cx="27432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17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💸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 Maintenance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wait for failure, then scramble. Downtime costs $10K–$50K/hour in aviation contexts.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2743200" cy="338328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80160"/>
            <a:ext cx="274320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417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⚠️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Risk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that fails mid-operation risks crew and cargo. Late detection = mission-critical failure.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743200" cy="338328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80160"/>
            <a:ext cx="2743200" cy="54864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417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🔩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Over-Maintenance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83464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parts on fixed schedules wastes resources — engines often have usable life remaining.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" y="4709160"/>
            <a:ext cx="8595360" cy="310896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70916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question isn't IF an engine will fail — it's WHEN. PrognosAI answers that.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PrognosAI Does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engine health before failure happens.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how many operational cycles this engine has left before it needs maintenance."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31720"/>
            <a:ext cx="2651760" cy="640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468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🟢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 cycles remaining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2331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331720"/>
            <a:ext cx="2651760" cy="64008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2468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🟡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3756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cycles remaining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33172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331720"/>
            <a:ext cx="265176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24688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🔴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217920" y="31089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17920" y="34747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cycles remaining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201168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1605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Predictions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14600" y="4160520"/>
            <a:ext cx="201168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4"/>
          <p:cNvSpPr/>
          <p:nvPr/>
        </p:nvSpPr>
        <p:spPr>
          <a:xfrm>
            <a:off x="2514600" y="41605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Per-Engine Drill Down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4160520"/>
            <a:ext cx="201168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41605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Fleet-Wide Monitoring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12280" y="4160520"/>
            <a:ext cx="201168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4160520"/>
            <a:ext cx="2011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Model Accuracy Tracking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DATASET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NASA C-MAPSS Dataset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Turbofan engine degradation simulation — industry-standard benchmark.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Commercial Modular Aero-Propulsion System Simulation (C-MAPSS) is NASA's standard dataset for predictive maintenance research. It simulates turbofan engine run-to-failure under various operating conditions.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48840"/>
          <a:ext cx="5303520" cy="1920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Engines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Engines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Op.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Modes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0" y="1280160"/>
            <a:ext cx="1417320" cy="132588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1280160"/>
            <a:ext cx="14173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135331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943600" y="19659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channels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engine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2788920"/>
            <a:ext cx="1417320" cy="132588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788920"/>
            <a:ext cx="14173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286207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943600" y="3474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cap applied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(cycles)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498080" y="1280160"/>
            <a:ext cx="1417320" cy="132588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98080" y="1280160"/>
            <a:ext cx="14173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6"/>
          <p:cNvSpPr/>
          <p:nvPr/>
        </p:nvSpPr>
        <p:spPr>
          <a:xfrm>
            <a:off x="7498080" y="135331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498080" y="19659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rolling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498080" y="2788920"/>
            <a:ext cx="1417320" cy="132588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498080" y="2788920"/>
            <a:ext cx="14173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0" y="2862072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13–14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7498080" y="34747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informative sensors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per subset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4343400"/>
            <a:ext cx="5303520" cy="475488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6" name="Text 23"/>
          <p:cNvSpPr/>
          <p:nvPr/>
        </p:nvSpPr>
        <p:spPr>
          <a:xfrm>
            <a:off x="365760" y="434340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Zero-variance sensors excluded per subset. Rolling mean &amp; std added as features.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— data in, insights out. Fully containerised.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371600"/>
            <a:ext cx="1508760" cy="2194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71600"/>
            <a:ext cx="1508760" cy="64008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4630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83464" y="2103120"/>
            <a:ext cx="1399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C-MAPSS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" y="2816352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test 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965960" y="1371600"/>
            <a:ext cx="1508760" cy="2194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371600"/>
            <a:ext cx="1508760" cy="640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1965960" y="14630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20824" y="2103120"/>
            <a:ext cx="1399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20824" y="2816352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per subset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703320" y="1371600"/>
            <a:ext cx="1508760" cy="2194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03320" y="1371600"/>
            <a:ext cx="1508760" cy="640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3703320" y="14630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758184" y="2103120"/>
            <a:ext cx="1399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58184" y="2816352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/ 3 endpoints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40680" y="1371600"/>
            <a:ext cx="1508760" cy="2194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0680" y="1371600"/>
            <a:ext cx="1508760" cy="64008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5" name="Text 23"/>
          <p:cNvSpPr/>
          <p:nvPr/>
        </p:nvSpPr>
        <p:spPr>
          <a:xfrm>
            <a:off x="5440680" y="14630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95544" y="2103120"/>
            <a:ext cx="1399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95544" y="2816352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+ sensors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49440" y="2011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178040" y="1371600"/>
            <a:ext cx="1508760" cy="219456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78040" y="1371600"/>
            <a:ext cx="150876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14630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32904" y="2103120"/>
            <a:ext cx="1399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32904" y="2816352"/>
            <a:ext cx="13990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live dashboards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2880" y="3749040"/>
            <a:ext cx="87782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" y="3749040"/>
            <a:ext cx="87782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" y="4215384"/>
            <a:ext cx="877824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37490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 Compose — all services spin up with one command: docker compose up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74320" y="437083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GitHub Actions → Docker Hub CI/CD pipeline on every push to main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ML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XGBoost — Remaining Useful Life Prediction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trained on multi-cycle sensor sequences.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34440"/>
            <a:ext cx="347472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" y="1234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&amp; Label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" y="158191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Piecewise-linear RUL cap at 125 cycles — removes noise from early stable operation.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1956816"/>
            <a:ext cx="347472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" y="19568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" y="230428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30-cycle rolling mean &amp; std per sensor. Adds temporal degradation signal.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" y="2679192"/>
            <a:ext cx="347472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" y="26791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" y="302666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fitted on train only — no data leakage into test set.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56032" y="3401568"/>
            <a:ext cx="347472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256032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" y="3401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XGBoost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944" y="374904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trees, depth 4, lr 0.02. Trained per subset for specialisation.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" y="4123944"/>
            <a:ext cx="347472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256032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" y="412394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4944" y="447141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Score primary metric — asymmetric: late predictions penalised harder than early ones.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943600" y="1234440"/>
            <a:ext cx="2834640" cy="228600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0" y="1234440"/>
            <a:ext cx="2834640" cy="54864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NASA Score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9893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Penalty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21031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prediction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(over-estimate RUL)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2148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26974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prediction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(under-estimate RUL)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23760" y="27432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 13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89320" y="3310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score = better model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0" y="3703320"/>
            <a:ext cx="2834640" cy="109728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98932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Hyperparameters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89320" y="4069080"/>
            <a:ext cx="1325880" cy="2743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39" name="Text 37"/>
          <p:cNvSpPr/>
          <p:nvPr/>
        </p:nvSpPr>
        <p:spPr>
          <a:xfrm>
            <a:off x="5989320" y="4069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1000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79208" y="4069080"/>
            <a:ext cx="1325880" cy="2743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1" name="Text 39"/>
          <p:cNvSpPr/>
          <p:nvPr/>
        </p:nvSpPr>
        <p:spPr>
          <a:xfrm>
            <a:off x="7379208" y="406908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max_depth: 4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89320" y="4398264"/>
            <a:ext cx="1325880" cy="2743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3" name="Text 41"/>
          <p:cNvSpPr/>
          <p:nvPr/>
        </p:nvSpPr>
        <p:spPr>
          <a:xfrm>
            <a:off x="5989320" y="439826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learning_rate: 0.02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79208" y="4398264"/>
            <a:ext cx="1325880" cy="2743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5" name="Text 43"/>
          <p:cNvSpPr/>
          <p:nvPr/>
        </p:nvSpPr>
        <p:spPr>
          <a:xfrm>
            <a:off x="7379208" y="439826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subsample: 0.9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Results — Per Subset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evaluated on held-out NASA C-MAPSS test set.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057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(↓)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(↓)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(↑)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NASA Score (↓)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389.4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260604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74720"/>
            <a:ext cx="2606040" cy="54864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5" name="Text 5"/>
          <p:cNvSpPr/>
          <p:nvPr/>
        </p:nvSpPr>
        <p:spPr>
          <a:xfrm>
            <a:off x="457200" y="3566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C4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15 cycles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409651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on FD001 &amp; FD003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operating condition)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3474720"/>
            <a:ext cx="260604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3474720"/>
            <a:ext cx="26060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3246120" y="3566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0.93+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37560" y="409651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on single-condition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subsets — strong variance explained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3474720"/>
            <a:ext cx="2606040" cy="14173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3474720"/>
            <a:ext cx="2606040" cy="54864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0" y="3566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NASA Score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126480" y="4096512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— penalises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predictions more than early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FD002 &amp; FD004 (6 operating conditions + 2 fault modes) are inherently harder — RMSE is expected to be higher.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API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— 3 Prediction Endpoints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brain of the system. Auto-docs at /docs.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80160"/>
            <a:ext cx="8595360" cy="96012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80160"/>
            <a:ext cx="64008" cy="9601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" y="1554480"/>
            <a:ext cx="731520" cy="292608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55448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POST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25296" y="14447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/predict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25296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engine, latest sensor snapshot. Fast, single-cycle inference.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2359152"/>
            <a:ext cx="8595360" cy="96012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59152"/>
            <a:ext cx="64008" cy="9601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Shape 13"/>
          <p:cNvSpPr/>
          <p:nvPr/>
        </p:nvSpPr>
        <p:spPr>
          <a:xfrm>
            <a:off x="402336" y="2633472"/>
            <a:ext cx="73152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" y="26334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25296" y="252374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/predict/sequence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25296" y="29077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engine history. Rolling features use real cycles — most accurate.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3438144"/>
            <a:ext cx="8595360" cy="960120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438144"/>
            <a:ext cx="64008" cy="96012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1" name="Shape 19"/>
          <p:cNvSpPr/>
          <p:nvPr/>
        </p:nvSpPr>
        <p:spPr>
          <a:xfrm>
            <a:off x="402336" y="3712464"/>
            <a:ext cx="731520" cy="292608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37124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25296" y="360273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/ground-truth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5296" y="398678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actual RUL after engine retirement. Populates accuracy dashboard.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280160"/>
            <a:ext cx="2926080" cy="3072384"/>
          </a:xfrm>
          <a:prstGeom prst="rect">
            <a:avLst/>
          </a:prstGeom>
          <a:solidFill>
            <a:srgbClr val="050D1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89320" y="13258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Response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664208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"engine_id": 1,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"subset": "FD001",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"predicted_rul": 42.5,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"health_status": "WARNING",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"unit": "cycles",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"prediction_id": 1083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4544568"/>
            <a:ext cx="8595360" cy="347472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4544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Every prediction auto-persisted to PostgreSQL → Grafana dashboards update in real-time.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DASHBOARD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 Overview — Engine Health Monitor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health status of every engine. Refreshes every 30s.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097280"/>
            <a:ext cx="8631936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cards · Fleet health pie · Urgency-sorted engine table · Prediction activity over time · Avg RUL trend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DASHBOARD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 Deep Dive — RUL &amp; Sensor Analysis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engine and dataset — dashboard updates instantly.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097280"/>
            <a:ext cx="8631936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 prediction history · Sensor degradation trends (s3, s4, s11, s17) · Prediction log with latency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DASHBOARD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— Accuracy Tracking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model drift. Rises in RMSE signal retraining time.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097280"/>
            <a:ext cx="8631936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benchmarks · Live accuracy (ground truth) · RMSE/NASA over time · Error breakdown · Error distribution histogram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DASHBOARD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 Prediction UI — Batch Fleet Simulator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web UI. Simulate a full fleet with one click.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1097280"/>
            <a:ext cx="8631936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Fleet · Full History · Latest Snapshot modes — feeds predictions into PostgreSQL → Grafana auto-updates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— Docker + CI/CD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 setup. Any machine with Docker Desktop can run this.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303520" cy="80467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73152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3258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Clone &amp; configure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627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&lt;repo&gt;  &amp;&amp;  cp .env.example .env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5303520" cy="80467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73152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Launch entire stack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63347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5303520" cy="804672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91840"/>
            <a:ext cx="73152" cy="8046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337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Populate dashboards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6393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D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bulk_predict.py --subset all --with-ground-truth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280160"/>
            <a:ext cx="2834640" cy="283464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89320" y="13533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Services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1792224"/>
            <a:ext cx="2651760" cy="402336"/>
          </a:xfrm>
          <a:prstGeom prst="rect">
            <a:avLst/>
          </a:prstGeom>
          <a:solidFill>
            <a:srgbClr val="132235"/>
          </a:solidFill>
          <a:ln/>
        </p:spPr>
      </p:sp>
      <p:sp>
        <p:nvSpPr>
          <p:cNvPr id="20" name="Text 18"/>
          <p:cNvSpPr/>
          <p:nvPr/>
        </p:nvSpPr>
        <p:spPr>
          <a:xfrm>
            <a:off x="6108192" y="179222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rul-api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35240" y="179222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:8100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2340864"/>
            <a:ext cx="2651760" cy="402336"/>
          </a:xfrm>
          <a:prstGeom prst="rect">
            <a:avLst/>
          </a:prstGeom>
          <a:solidFill>
            <a:srgbClr val="132235"/>
          </a:solidFill>
          <a:ln/>
        </p:spPr>
      </p:sp>
      <p:sp>
        <p:nvSpPr>
          <p:cNvPr id="23" name="Text 21"/>
          <p:cNvSpPr/>
          <p:nvPr/>
        </p:nvSpPr>
        <p:spPr>
          <a:xfrm>
            <a:off x="6108192" y="23408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rul-postgres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35240" y="234086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:5432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2889504"/>
            <a:ext cx="2651760" cy="402336"/>
          </a:xfrm>
          <a:prstGeom prst="rect">
            <a:avLst/>
          </a:prstGeom>
          <a:solidFill>
            <a:srgbClr val="132235"/>
          </a:solidFill>
          <a:ln/>
        </p:spPr>
      </p:sp>
      <p:sp>
        <p:nvSpPr>
          <p:cNvPr id="26" name="Text 24"/>
          <p:cNvSpPr/>
          <p:nvPr/>
        </p:nvSpPr>
        <p:spPr>
          <a:xfrm>
            <a:off x="6108192" y="288950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rul-grafana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35240" y="288950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:3100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3438144"/>
            <a:ext cx="2651760" cy="402336"/>
          </a:xfrm>
          <a:prstGeom prst="rect">
            <a:avLst/>
          </a:prstGeom>
          <a:solidFill>
            <a:srgbClr val="132235"/>
          </a:solidFill>
          <a:ln/>
        </p:spPr>
      </p:sp>
      <p:sp>
        <p:nvSpPr>
          <p:cNvPr id="29" name="Text 27"/>
          <p:cNvSpPr/>
          <p:nvPr/>
        </p:nvSpPr>
        <p:spPr>
          <a:xfrm>
            <a:off x="6108192" y="343814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rul-grafana-init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35240" y="343814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315968"/>
            <a:ext cx="8412480" cy="56692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3159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GitHub Actions CI/CD: on push to main → builds rul-api &amp; grafana-init images → pushes to Docker Hub (amalsalilan/*)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1645920" cy="256032"/>
          </a:xfrm>
          <a:prstGeom prst="roundRect">
            <a:avLst>
              <a:gd name="adj" fmla="val 17857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LEARNINGS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Key Learnings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made this project hard — and what we learned from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280160"/>
            <a:ext cx="4206240" cy="1627632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80160"/>
            <a:ext cx="42062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Rolling Features at Inference 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17830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mean/std are computed on training history — but at inference, you may only have a single snapshot. Built a fallback using min_periods=1 and a dedicated /predict/sequence endpoint for full-history inputs.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3108960"/>
            <a:ext cx="4206240" cy="1627632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108960"/>
            <a:ext cx="42062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" y="3200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Grafana Provisioning Automation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" y="36118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importing dashboards doesn't scale. Built grafana_init.py — a one-shot Docker container that registers the PostgreSQL datasource and imports all 3 dashboard JSONs automatically on first boot.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0016" y="1280160"/>
            <a:ext cx="4206240" cy="1627632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0016" y="1280160"/>
            <a:ext cx="42062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4837176" y="1371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NASA Score vs RMSE Tradeoff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37176" y="17830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penalises all errors equally. NASA Score penalises late predictions harder — matching real-world safety risk. This shaped model tuning decisions: we favoured slight early-bias over late-bias predictions.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0016" y="3108960"/>
            <a:ext cx="4206240" cy="1627632"/>
          </a:xfrm>
          <a:prstGeom prst="rect">
            <a:avLst/>
          </a:prstGeom>
          <a:solidFill>
            <a:srgbClr val="132235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0016" y="3108960"/>
            <a:ext cx="42062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4837176" y="32004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 Multi-Subset Model Design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37176" y="3611880"/>
            <a:ext cx="3931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FD002/FD004 have 6 operating conditions vs FD001/FD003's 1 — a single model trained on all subsets would underfit. Separate models per subset gave significantly better RMSE and NASA scores.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0" y="4572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B4D8"/>
                </a:solidFill>
              </a:rPr>
              <a:t>✈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Demo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32004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146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Docs: 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2514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localhost:8100/docs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3522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Grafana: 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9352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localhost:3100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45920" y="3355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/ PrognosAI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77647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Hub: 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37764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username/rul-api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18288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2240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Python · XGBoost · scikit-learn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6243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FastAPI · Uvicorn · Pydantic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300837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PostgreSQL · psycopg2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33924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Grafana OSS 11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37764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Compose · GitHub Actions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PrognosAI — AI-Driven Predictive Maintenance  ·  Springboard Internship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1262</Words>
  <Application>Microsoft Office PowerPoint</Application>
  <PresentationFormat>On-screen Show (16:9)</PresentationFormat>
  <Paragraphs>278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PrognosAI — AI-Driven Predictive Maintenance</dc:title>
  <dc:subject>PptxGenJS Presentation</dc:subject>
  <dc:creator>Amal Salilan</dc:creator>
  <cp:lastModifiedBy>Amal Salilan</cp:lastModifiedBy>
  <cp:revision>2</cp:revision>
  <dcterms:created xsi:type="dcterms:W3CDTF">2026-03-26T08:06:54Z</dcterms:created>
  <dcterms:modified xsi:type="dcterms:W3CDTF">2026-03-26T08:12:29Z</dcterms:modified>
</cp:coreProperties>
</file>